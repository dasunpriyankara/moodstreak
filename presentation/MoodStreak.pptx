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4C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MoodStreak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habits. Understand your mood.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Apps – Assignment 2 · Full-stack hybrid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[Name 1] · [Name 2] · [Name 3]</a:t>
            </a:r>
            <a:endParaRPr lang="en-US" sz="1400" dirty="0"/>
          </a:p>
        </p:txBody>
      </p:sp>
      <p:pic>
        <p:nvPicPr>
          <p:cNvPr id="5" name="Image 0" descr="/home/claude/moodstreak/docs/screenshots/03-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548640"/>
            <a:ext cx="1774686" cy="3840480"/>
          </a:xfrm>
          <a:prstGeom prst="rect">
            <a:avLst/>
          </a:prstGeom>
        </p:spPr>
      </p:pic>
      <p:pic>
        <p:nvPicPr>
          <p:cNvPr id="6" name="Image 1" descr="/home/claude/moodstreak/docs/screenshots/06-ins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914400"/>
            <a:ext cx="17746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MoodStreak?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 and why they would use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32588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young professionals (18–35) juggling study, work and wellbeing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building routines (sleep, exercise, reading) who also want to understand how they feel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finds clinical wellbeing apps heavy and wants something quick: under 30 seconds a day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apps track what you do; mood apps track how you feel – rarely both in one place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can’t see whether a habit actually improves their mood, so motivation fades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one tap to log both, then a “mood booster” insight comparing mood on days a habit was done vs. not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 &amp; gap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apps (qualitative comparison – general public product knowledge)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1188720"/>
                <a:gridCol w="164592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tracking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logging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↔ mood insight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Daylio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Mood/activity journal; advanced stats paid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Streaks / Habitica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Streak-focused / gamified; no mood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Gamified self-care pet; subscription 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MoodStreak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lightweight, cross-platform (Cordova)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4904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767328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we are riding: </a:t>
            </a:r>
            <a:pPr indent="0" marL="0">
              <a:buNone/>
            </a:pP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interest in mental-wellbeing and self-tracking, preference for simple privacy-respecting tools, and data-driven “quantified self” insights.
</a:t>
            </a:r>
            <a:pPr indent="0" marL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Monetisation potential: </a:t>
            </a:r>
            <a:pPr indent="0" marL="0">
              <a:buNone/>
            </a:pP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core + optional premium (export, extra insights, themes).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user requirements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from the user’s perspective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sign up, log in and log out so my data is private and available on my phone.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645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log how I feel today (1–5 + note), change it, or clear 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788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add, rename, delete and tick off daily habits and see my streak.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423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788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see my mood trend and which habits lift my mood.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get a daily reminder so I don’t forget to check in.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566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931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expect a fast, easy, attractive app that tells me when I’m offline.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hybrid app – every connection to the API is HTTPS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286000" cy="1554480"/>
          </a:xfrm>
          <a:prstGeom prst="roundRect">
            <a:avLst>
              <a:gd name="adj" fmla="val 5882"/>
            </a:avLst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71600"/>
            <a:ext cx="228600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– Cordova hybrid app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Mobile · HTML5 · CSS · JS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Plugins: local-notification,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network-info, statusbar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66160" y="13716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3B2FA8"/>
          </a:solidFill>
          <a:ln w="12700">
            <a:solidFill>
              <a:srgbClr val="3B2F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371600"/>
            <a:ext cx="237744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– Express on Render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HTTPS · helmet · CORS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middleware · validation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habits · moods · stats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66560" y="13716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13AA52"/>
          </a:solidFill>
          <a:ln w="12700">
            <a:solidFill>
              <a:srgbClr val="13A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1371600"/>
            <a:ext cx="201168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– MongoDB Atlas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models: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· Habit · Checkin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· RevokedToken (TTL)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51760" y="2148840"/>
            <a:ext cx="914400" cy="0"/>
          </a:xfrm>
          <a:prstGeom prst="line">
            <a:avLst/>
          </a:prstGeom>
          <a:noFill/>
          <a:ln w="25400">
            <a:solidFill>
              <a:srgbClr val="1F2238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468880" y="15819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+ JSON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JWT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2148840"/>
            <a:ext cx="822960" cy="0"/>
          </a:xfrm>
          <a:prstGeom prst="line">
            <a:avLst/>
          </a:prstGeom>
          <a:noFill/>
          <a:ln w="25400">
            <a:solidFill>
              <a:srgbClr val="1F2238"/>
            </a:solidFill>
            <a:prstDash val="solid"/>
            <a:headEnd type="triangl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760720" y="158191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 wire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(TLS)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291840"/>
            <a:ext cx="8412480" cy="1417320"/>
          </a:xfrm>
          <a:prstGeom prst="roundRect">
            <a:avLst>
              <a:gd name="adj" fmla="val 7742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3375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flow: </a:t>
            </a:r>
            <a:pPr indent="0" marL="0">
              <a:buNone/>
            </a:pP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event → jQuery $.ajax → HTTPS → [requireHttps → helmet → CORS → JSON parser → JWT auth] → Router → Mongoose → Atlas → JSON response → UI update.
</a:t>
            </a:r>
            <a:pPr indent="0" marL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Hosting: </a:t>
            </a:r>
            <a:pPr indent="0" marL="0">
              <a:buNone/>
            </a:pP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APK/IPA via Cordova · API on Render (TLS terminated by platform) · data on Atlas. Secrets live only in environment variables. Source on GitHub.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– all four HTTP verbs in use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with Express Routers, one file per resource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38912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/api/auth/signup · /login · /logout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+ session (logout revokes JWT)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7F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  ·  /api/moods  ·  /api/stats/summary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today, history, insights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 · /habits/:id/checkins · /api/moods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habit, tick off, log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/api/habits/:id  ·  /api/moods/:id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habit, update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/api/habits/:id · /habits/:id/checkins/:date · /api/moods/:id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habit, un-tick, clear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chain: HTTPS-only → helmet → CORS allow-list → body limit (10 kb) → JWT authentication → express-validator → router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– main features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captured from the running app</a:t>
            </a:r>
            <a:endParaRPr lang="en-US" sz="1400" dirty="0"/>
          </a:p>
        </p:txBody>
      </p:sp>
      <p:pic>
        <p:nvPicPr>
          <p:cNvPr id="5" name="Image 0" descr="/home/claude/moodstreak/docs/screenshots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0"/>
            <a:ext cx="1500032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1200" dirty="0"/>
          </a:p>
        </p:txBody>
      </p:sp>
      <p:pic>
        <p:nvPicPr>
          <p:cNvPr id="7" name="Image 1" descr="/home/claude/moodstreak/docs/screenshots/03-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688" y="1188720"/>
            <a:ext cx="1500032" cy="32461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84248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pic>
        <p:nvPicPr>
          <p:cNvPr id="9" name="Image 2" descr="/home/claude/moodstreak/docs/screenshots/04-today-logg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896" y="1188720"/>
            <a:ext cx="1500032" cy="32461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48456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mood &amp; habits</a:t>
            </a:r>
            <a:endParaRPr lang="en-US" sz="1200" dirty="0"/>
          </a:p>
        </p:txBody>
      </p:sp>
      <p:pic>
        <p:nvPicPr>
          <p:cNvPr id="11" name="Image 3" descr="/home/claude/moodstreak/docs/screenshots/06-insigh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188720"/>
            <a:ext cx="1500032" cy="32461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312664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200" dirty="0"/>
          </a:p>
        </p:txBody>
      </p:sp>
      <p:pic>
        <p:nvPicPr>
          <p:cNvPr id="13" name="Image 4" descr="/home/claude/moodstreak/docs/screenshots/05-add-habi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1188720"/>
            <a:ext cx="1500032" cy="32461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976872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edit habit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API tests + scripted UI test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API tests passing (Node test runner + supertest)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signup, duplicate email, validation, login, logout/revocation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&amp; moods: full create/read/update/delete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 + mood-lift calculations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control: user B cannot read/edit user A’s data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allow/deny, headers, malformed JSON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UI run (mobile viewport, HTTPS API)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password shows error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Today screen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/ update mood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habit → streak updates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 (PUT) and delete habit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chart + streaks render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clears session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to #insights while logged out → login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in habit name shown as text (no XSS)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+ manual probing of the HTTPS API – reported, not yet fixed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4023360"/>
              </a:tblGrid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Dependencies (npm audit)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known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known vulnerable packages at scan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/ forged / alg=none JWT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for all protected routes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NoSQL injection ({"$ne":null})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via type validation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 from unknown origin · plain HTTP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CORS headers; HTTP refused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Brute-force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after 30 attempts / 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enumeration at signup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 reveals that an email is registered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password complexity / lockout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length ≥ 8 enforced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in localStorage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Exposed if any XSS appears; no refresh 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CSP uses unsafe-inline/eval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 by jQuery Mobile; weakens XSS defence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only – no offline sync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Render instance sleeps (cold start)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Streaks use the device’s local date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above are not yet fixed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token to secure storage; add refresh tokens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 + sync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summary notifications; data export (premium)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app lock (Cordova plugin)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MoodStreak</dc:title>
  <dc:subject>PptxGenJS Presentation</dc:subject>
  <dc:creator>PptxGenJS</dc:creator>
  <cp:lastModifiedBy>PptxGenJS</cp:lastModifiedBy>
  <cp:revision>1</cp:revision>
  <dcterms:created xsi:type="dcterms:W3CDTF">2026-10-13T03:48:14Z</dcterms:created>
  <dcterms:modified xsi:type="dcterms:W3CDTF">2026-10-13T03:48:14Z</dcterms:modified>
</cp:coreProperties>
</file>