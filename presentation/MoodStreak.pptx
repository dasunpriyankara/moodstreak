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41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4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MoodStreak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habits. Understand your mood.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– Assignment 2 · Full-stack hybrid 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Dasun Priyankara Alagiya Durage (12273809)</a:t>
            </a:r>
            <a:endParaRPr lang="en-US" sz="1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8750" y="548640"/>
            <a:ext cx="1769986" cy="3840480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80390" y="914400"/>
            <a:ext cx="176998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MoodStreak?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 and why they would use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young professionals (18–35) juggling study, work and wellbeing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building routines (sleep, exercise, reading) who also want to understand how they feel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finds clinical wellbeing apps heavy and wants something quick: under 30 seconds a 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apps track what you do; mood apps track how you feel – rarely both in one 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can’t see whether a habit actually improves their mood, so motivation fades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one tap to log both, then a “mood booster” insight comparing mood on days a habit was done vs. not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apps (qualitative comparison – general public product knowledge)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438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↔ mood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Mood/activity journal; advanced stats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Streaks / Habitica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Streak-focused / gamified; no mood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0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Gamified self-care pet; subscription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4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MoodStreak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lightweight, cross-platform (Cordova)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490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7673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we are riding: </a:t>
            </a:r>
            <a:r>
              <a:rPr lang="en-US" sz="125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interest in mental-wellbeing and self-tracking, preference for simple privacy-respecting tools, and data-driven “quantified self” insights.
</a:t>
            </a:r>
            <a:r>
              <a:rPr lang="en-US" sz="125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potential: </a:t>
            </a:r>
            <a:r>
              <a:rPr lang="en-US" sz="125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+ optional premium (export, extra insights, themes).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user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the user’s perspective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can sign up, log in and log out so my data is private and available on my phone.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can log how I feel today (1–5 + note), change it, or clear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can add, rename, delete and tick off daily habits and see my streak.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496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can see my mood trend and which habits lift my mood.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can get a daily reminder so I don’t forget to check 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user I expect a fast, easy, attractive app that tells me when I’m offline.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hybrid app – every connection to the API is HTTPS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28600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– Cordova hybrid app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Mobile · HTML5 · CSS · JS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local-notification,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network-info, statusbar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3B2FA8"/>
          </a:solidFill>
          <a:ln w="12700">
            <a:solidFill>
              <a:srgbClr val="3B2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371600"/>
            <a:ext cx="23774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– Express on Render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HTTPS · helmet · CORS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 · 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auth · habits · moods · stats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13716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371600"/>
            <a:ext cx="20116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– MongoDB Atlas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models: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Habit · Checkin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· RevokedToken (TTL)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148840"/>
            <a:ext cx="914400" cy="0"/>
          </a:xfrm>
          <a:prstGeom prst="line">
            <a:avLst/>
          </a:prstGeom>
          <a:noFill/>
          <a:ln w="25400">
            <a:solidFill>
              <a:srgbClr val="1F223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5819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148840"/>
            <a:ext cx="822960" cy="0"/>
          </a:xfrm>
          <a:prstGeom prst="line">
            <a:avLst/>
          </a:prstGeom>
          <a:noFill/>
          <a:ln w="25400">
            <a:solidFill>
              <a:srgbClr val="1F223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1581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wire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</a:t>
            </a:r>
            <a:r>
              <a:rPr lang="en-US" sz="125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event → jQuery $.ajax → HTTPS → [requireHttps → helmet → CORS → JSON parser → JWT auth] → Router → Mongoose → Atlas → JSON response → UI update.
</a:t>
            </a:r>
            <a:r>
              <a:rPr lang="en-US" sz="125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</a:t>
            </a:r>
            <a:r>
              <a:rPr lang="en-US" sz="125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APK/IPA via Cordova · API on Render (TLS terminated by platform) · data on Atlas. Secrets live only in environment variables. Source on GitHub.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– all four HTTP verbs in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with Express Routers, one file per resource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743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/api/auth/signup · /login · /logout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+ session (logout revokes JWT)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D7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/api/habits  ·  /api/moods  ·  /api/stats/summary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today, history, insights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/api/habits · /habits/:id/checkins · /api/moods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habit, tick off, log mood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/api/habits/:id  ·  /api/moods/:id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habit, update mood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/api/habits/:id · /habits/:id/checkins/:date · /api/moods/:id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habit, un-tick, clear mood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chain: HTTPS-only → helmet → CORS allow-list → body limit (10 kb) → JWT authentication → express-validator → router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– main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the running app</a:t>
            </a:r>
            <a:endParaRPr lang="en-US" sz="1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466" y="1188720"/>
            <a:ext cx="14960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2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77674" y="1188720"/>
            <a:ext cx="1496060" cy="3246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4248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41882" y="1188720"/>
            <a:ext cx="1496060" cy="3246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48456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mood &amp; habits</a:t>
            </a:r>
            <a:endParaRPr lang="en-US" sz="1200" dirty="0"/>
          </a:p>
        </p:txBody>
      </p:sp>
      <p:pic>
        <p:nvPicPr>
          <p:cNvPr id="11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06090" y="1188720"/>
            <a:ext cx="1496060" cy="3246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12664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pic>
        <p:nvPicPr>
          <p:cNvPr id="13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70298" y="1188720"/>
            <a:ext cx="1496060" cy="32461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76872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habit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(preliminary)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 tests + scripted UI test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 tests passing (Node test runner + supertest)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signup, duplicate email, validation, login, logout/revocation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&amp; moods: full create/read/update/delete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+ mood-lift calculations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 user B cannot read/edit user A’s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allow/deny, headers, malformed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UI run (mobile viewport, HTTPS API)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shows error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Today screen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update mood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habit → streak updates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(PUT) and delete habit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chart + streaks render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clears session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to #insights while logged out → login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 habit name shown as text (no XSS)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 (preliminary)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+ manual probing of the HTTPS API – reported, not yet fixed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4290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 (npm audit)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known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known vulnerable packages at scan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forged / alg=none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for all protected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injection ({"$ne":null})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via type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from unknown origin · plain HTTP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CORS headers; HTTP refused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 after 30 attempts / 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enumeration at signup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 reveals that an email is registered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password complexity / lockout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length ≥ 8 enforced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in localStorage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if any XSS appears; no refresh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CSP uses unsafe-inline/eval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8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by jQuery Mobile; weakens XSS defence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only – no offline sync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Render instance sleeps (cold start)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use the device’s local 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above are not yet fixed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token to secure storage; add refresh tokens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+ sync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notifications; data export (premium)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app lock (Cordova plugin)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1112</Words>
  <Application>Microsoft Macintosh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MoodStreak</dc:title>
  <dc:subject>PptxGenJS Presentation</dc:subject>
  <dc:creator>PptxGenJS</dc:creator>
  <cp:lastModifiedBy>Dasun Priyankara ALAGIYA DURAGE</cp:lastModifiedBy>
  <cp:revision>2</cp:revision>
  <dcterms:created xsi:type="dcterms:W3CDTF">2026-10-13T03:48:14Z</dcterms:created>
  <dcterms:modified xsi:type="dcterms:W3CDTF">2026-10-13T18:25:53Z</dcterms:modified>
</cp:coreProperties>
</file>